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fairness live and let the numbers move. Flag that German Credit attribute 9 encodes marital status and sex jointly and its coding is disputed -- before a judge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105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The crossover is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0.777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as a constraint, not a footnote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0.9779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p=3)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63%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79% of the time against the heuristic's 63%, but its worst run is 0.8096 against greedy's 0.9539.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0.0236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2026-08-28T19:33:17Z</dcterms:created>
  <dcterms:modified xsi:type="dcterms:W3CDTF">2026-08-28T19:33:17Z</dcterms:modified>
</cp:coreProperties>
</file>