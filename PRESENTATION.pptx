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bank has more creditworthy applicants than capital. Choosing which subset to fund under a fixed budget is a 0-1 knapsack -- NP-hard, natively binary, and exactly the shape QAOA was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'why quantum?' and answer before it is asked. Optimisation and chemistry have principled answers; quantum kernels on small tabular data mostly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word 'series'. Judges notice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shot. Toggle fairness live and let the numbers move. Flag that German Credit attribute 9 encodes marital status and sex jointly and its coding is disputed -- before a judge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loss. A fabricated quantum win does not survive the first follow-up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Anyone showing a single-seed depth ranking is reporting noise. We were, until we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found this because our first table showed noise making QAOA BETTER, which is impossible -- so the metric had to be wrong. Anyone reporting that their variational circuit shrugged off 2% gate error is probably reading the same statistic.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scope. The rubric rewards Feasibility and being well-scoped -- staying inside the boundary deliberately is the answer,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25  ·  PORTFOLIO / RESOURCE ALLOCATION OPTIMIZER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Quantum-Assisted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Loan-Portfolio Allocator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default-risk model sets the coefficients of a QUBO.  QAOA allocates a fixed capital budget across the loan book.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983480"/>
            <a:ext cx="2926080" cy="0"/>
          </a:xfrm>
          <a:prstGeom prst="line">
            <a:avLst/>
          </a:prstGeom>
          <a:noFill/>
          <a:ln w="31750">
            <a:solidFill>
              <a:srgbClr val="E88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21208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ASTITWA  ·  Tanishq Aryan  ·  29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 JUDGE ASKS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quantum belongs here at 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9110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0025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830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knapsack, not curve fitting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031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which loans to fund under a capital budget is weakly NP-hard, natively binary, natively quadratic. Its ground state IS the answer.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32826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33741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1546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Ising Hamiltonian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4747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105 Pauli terms, transpiled depth 78, 182 two-qubit gates. We can point at a ZZ term and name the two applicants it couples.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46542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47457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5262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quantum kernel on PCA features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8463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 tabular-classifier themes ask you to project data into Hilbert space and hope. Here the mapping is derived, not assumed.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0" y="1600200"/>
            <a:ext cx="3840480" cy="3886200"/>
          </a:xfrm>
          <a:prstGeom prst="roundRect">
            <a:avLst>
              <a:gd name="adj" fmla="val 2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we were given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10144" y="224028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qubit counts, simulator only.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module, well-scoped.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stayed at 10-16 qubits and measured exactly where the method stops working.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advantage at this scale. Guerreschi &amp; Matsuura (Sci. Rep. 9:6903, 2019) put the crossover at hundreds of qubits.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feeds the quantum module — in series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hybrid projects run the two halves in parallel: a classifier, then a quantum classifier doing the same job. Two demos bolted together. Remove our AI model and there is no optimisation problem left to solve.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real applicants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Statlog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34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80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P(default) per applicant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0.777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20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66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P(repay)·interest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P(default)·LGD·principal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406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52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552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Σ EV·x − λ·gap(x)²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s.t. Σ units·x ≤ budget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464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692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38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838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Ising Hamiltonian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measured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114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 —  the AI model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41148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 —  the one module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86460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modelling choice that makes it work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51755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is an inequality, so the converter adds integer slack — 10 decision variables + 4 slack bits = 14 qubits. Discretising capital into coarse units is the single lever controlling qubit count. The fairness term is a squared penalty, so it costs ZERO extra qubits and is what makes the objective genuinely quadratic rather than a linear knapsack in a QUBO costume.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as a constraint, not a footnote</a:t>
            </a:r>
            <a:endParaRPr lang="en-US" sz="3000" dirty="0"/>
          </a:p>
        </p:txBody>
      </p:sp>
      <p:pic>
        <p:nvPicPr>
          <p:cNvPr id="4" name="Image 0" descr="C:\Users\tanis\quantum\artifacts\figures\fair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002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two sliders. That is the whole demo.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116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budget → the funded loan book re-optimises live, qubit count updates with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weight → approval-rate gap closes from −42% to −2.9%, and we can price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enters as a squared penalty on the objective: zero extra qubits, and it couples applicants of opposite groups in the Hamiltonian.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−42% → −2.9%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Approval-rate gap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profit, the price of parity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5138928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530352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the model is fair. We claim we can put parity in the objective and tell you what it costs in Deutschmarks.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  ·  QUANTUM VS CLASSICAL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reporting a negative result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exact search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6704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11296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0.9779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11296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approx ratio (24 runs)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44768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0.9921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heuristic — better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42832" y="1572768"/>
            <a:ext cx="2615184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07424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07424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exact optimum (QAOA p=3)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greedy 63%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319272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is right more often, and wrong more expensively.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36758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the exact optimum 79% of the time against the heuristic's 63%, but its worst run is 0.8096 against greedy's 0.9539. That tail drags the pooled mean below greedy. For a bank allocating real capital, the heuristic's predictability is worth more than the extra exact hits — the opposite of what a hit-rate-only table would have told you.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attacks the SAME QUBO on the SAME instances — this compares optimisers, not two different classifiers. Classical baseline is exhaustive enumeration (the true optimum) plus the greedy value-per-capital rule, not a strawman.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result is trustworthy precisely because it did not come out the way we wanted.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NOBODY ELSE WILL HAVE 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 ranking does not survive its own noise floor</a:t>
            </a:r>
            <a:endParaRPr lang="en-US" sz="3000" dirty="0"/>
          </a:p>
        </p:txBody>
      </p:sp>
      <p:pic>
        <p:nvPicPr>
          <p:cNvPr id="4" name="Image 0" descr="C:\Users\tanis\quantum\artifacts\figures\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nearly published noise.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benchmark used one QAOA seed per cell and ranked p=2 clearly best. Re-running the same code with different transpilation ranked p=2 clearly worst. Same instances, same solver.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0.0236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WITHIN one cell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0.0160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BETWEEN depths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4315968"/>
            <a:ext cx="475488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44988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stopped naming a best depth.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077456" y="4828032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Within-cell noise exceeds the between-depth differences, so no depth is meaningfully best at this scale. The benchmark now runs 3 QAOA seeds per (instance, depth) — 24 runs per depth instead of 8.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METRIC THAT LIED TO US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this survive on real hardware?</a:t>
            </a:r>
            <a:endParaRPr lang="en-US" sz="3000" dirty="0"/>
          </a:p>
        </p:txBody>
      </p:sp>
      <p:pic>
        <p:nvPicPr>
          <p:cNvPr id="4" name="Image 0" descr="C:\Users\tanis\quantum\artifacts\figures\no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Best-of-2048-shots says yes. It is wrong.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readout returns the exact optimum even at 2% depolarizing error across 182 two-qubit gates — a regime where no coherent signal should survive. At 12 qubits a near-uniform distribution still lands on the optimum by chance within 2048 draws. That is an artifact of the statistic, not robustness of the algorithm.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858000" y="352044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7×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exceeds the trend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520440"/>
            <a:ext cx="2286000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64845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23367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Seeds/level needed to resolve it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91472" y="461772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 h of simulation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858000" y="5166360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77456" y="5330952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report the sweep as inconclusive. Drawing a tidy curve through five noisy points would have looked better and been unsupported.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correct end-to-end mapping, and an honest map of its limits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 on 1,000 real applicants. Logistic regression beats it — we report that.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module: QAOA on the portfolio QUBO. 14 qubits, simulator, no hardware queue.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demo the jury drives: budget and fairness sliders, live re-optimisation.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A4 page, every number generated from measured CSVs. Nothing typed by hand.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9050">
            <a:solidFill>
              <a:srgbClr val="2A36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quantum advantage at 14 qubits. We claim a mapping that is correct, a benchmark that is honest, and a measurement of exactly where the method stops being simulable.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Quantum-Assisted Loan-Portfolio Allocator</dc:title>
  <dc:subject>PptxGenJS Presentation</dc:subject>
  <dc:creator>Team ASTITWA</dc:creator>
  <cp:lastModifiedBy>Team ASTITWA</cp:lastModifiedBy>
  <cp:revision>1</cp:revision>
  <dcterms:created xsi:type="dcterms:W3CDTF">2026-08-28T22:50:40Z</dcterms:created>
  <dcterms:modified xsi:type="dcterms:W3CDTF">2026-08-28T22:50:40Z</dcterms:modified>
</cp:coreProperties>
</file>