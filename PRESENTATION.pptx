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 bank has more creditworthy applicants than capital. Choosing which subset to fund under a fixed budget is a 0-1 knapsack -- NP-hard, natively binary, and exactly the shape QAOA was built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'why quantum?' and answer before it is asked. Optimisation and chemistry have principled answers; quantum kernels on small tabular data mostly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 'series'. Judges notice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shot. Toggle diversification and fairness live and let the numbers move. If asked why age rather than sex: sex is not recoverable from this dataset -- male singles and female non-singles share code A92, and A95 has zero rows here. Groemping (2019) documents the coding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loss. A fabricated quantum win does not survive the first follow-up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showing a single-seed depth ranking is reporting noise. We were, until we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retractions live on this slide. First: an early table showed noise making QAOA better, which is impossible -- the metric was wrong, and we fixed it. Second: at 3 seeds best-of-N looked provably noise-blind, and at 12 seeds that claim did not survive, so we removed it. Say both out loud; it is the strongest evidence that the rest of our numbers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scope. The rubric rewards Feasibility and being well-scoped -- staying inside the boundary deliberately is the answer, not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25  ·  PORTFOLIO / RESOURCE ALLOCATION OPTIMIZER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Quantum-Assisted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Loan-Portfolio Allocator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default-risk model sets the coefficients of a QUBO.  QAOA allocates a fixed capital budget across the loan book.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983480"/>
            <a:ext cx="292608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2120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ASTITWA  ·  Tanishq Aryan  ·  29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 JUDGE ASKS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quantum belongs here at 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1170432"/>
          </a:xfrm>
          <a:prstGeom prst="roundRect">
            <a:avLst>
              <a:gd name="adj" fmla="val 703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11096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00253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830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knapsack, not curve fitting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0312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which loans to fund under a capital budget is weakly NP-hard, natively binary, natively quadratic. Its ground state IS the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58000" cy="1170432"/>
          </a:xfrm>
          <a:prstGeom prst="roundRect">
            <a:avLst>
              <a:gd name="adj" fmla="val 703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3282696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337413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154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Ising Hamiltonian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47472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qubits, ~100 Pauli terms, transpiled depth 78, 182 two-qubit gates. We can point at a ZZ term and name the two applicants it couples.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6858000" cy="1170432"/>
          </a:xfrm>
          <a:prstGeom prst="roundRect">
            <a:avLst>
              <a:gd name="adj" fmla="val 703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654296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474573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5262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quantum kernel on PCA features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84632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tabular-classifier themes ask you to project data into Hilbert space and hope. Here the mapping is derived, not assumed.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1600200"/>
            <a:ext cx="3840480" cy="388620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0144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we were given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22402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qubit counts, simulator only.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quantum module, well-scoped.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stayed at 10-16 qubits and measured exactly where the method stops working.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claim no advantage at this scale. Guerreschi &amp; Matsuura (Sci. Rep. 9:6903, 2019) put the crossover at hundreds of qubits.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feeds the quantum module — in series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hybrid projects run the two halves in parallel: a classifier, then a quantum classifier doing the same job. Two demos bolted together. Remove our AI model and there is no optimisation problem left to solve.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48256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Credit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816352"/>
            <a:ext cx="1755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real applicants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Statlog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9718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34640" y="2286000"/>
            <a:ext cx="2048256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GBM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816352"/>
            <a:ext cx="1755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P(default) per applicant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0.780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9718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20640" y="2286000"/>
            <a:ext cx="2048256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816352"/>
            <a:ext cx="1755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P(repay)·interest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P(default)·LGD·principal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9718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06640" y="2286000"/>
            <a:ext cx="2048256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5294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552944" y="2816352"/>
            <a:ext cx="1755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Σ EV·x − λ·gap(x)²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Σ units·x ≤ budget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9718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92640" y="2286000"/>
            <a:ext cx="2048256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38944" y="24505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816352"/>
            <a:ext cx="17556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Hamiltonian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qubits, measured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 —  the AI model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114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 —  the one module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48646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modelling choice that makes it work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" y="5175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is an inequality, so the converter adds integer slack — 10 decision variables + 4 slack bits = 14 qubits. Discretising capital into coarse units is the single lever controlling qubit count. The fairness term is a squared penalty, so it costs ZERO extra qubits and is what makes the objective genuinely quadratic rather than a linear knapsack in a QUBO costume.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and fairness as constraints</a:t>
            </a:r>
            <a:endParaRPr lang="en-US" sz="3000" dirty="0"/>
          </a:p>
        </p:txBody>
      </p:sp>
      <p:pic>
        <p:nvPicPr>
          <p:cNvPr id="4" name="Image 0" descr="C:\Users\tanis\quantum\artifacts\figures\fai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943600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600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two sliders. That is the whole demo.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0116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 → the funded loan book re-optimises live, qubit count updates with it.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weight → approval-rate gap closes from −42% to −2.9%, and we can price it.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enters as a squared penalty on the objective: zero extra qubits, and it couples applicants of opposite groups in the Hamiltonian.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3840480"/>
            <a:ext cx="2286000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22592" y="396849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−42% → −2.9%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455371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Approval-rate gap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840480"/>
            <a:ext cx="2286000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91472" y="396849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491472" y="455371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profit, the price of parity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5138928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77456" y="5303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the model is fair. We claim we can put parity in the objective and tell you what it costs in Deutschmarks.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  ·  QUANTUM VS CLASSICAL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reporting a negative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15184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007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125×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exact 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46704" y="1572768"/>
            <a:ext cx="2615184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1296" y="17007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11296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approx ratio (24 runs)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4768" y="1572768"/>
            <a:ext cx="2615184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7007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 — better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42832" y="1572768"/>
            <a:ext cx="2615184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07424" y="17007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exact optimum (QAOA p=2)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07424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greedy 88%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3192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is right more often, and wrong more expensively.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6758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exact optimum 67% of the time against the heuristic's 88%, but its worst run is 0.9083 against greedy's 0.9889. That tail drags the pooled mean below greedy. For a bank allocating real capital, the heuristic's predictability is worth more than the extra exact hits — the opposite of what a hit-rate-only table would have told you.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solver attacks the SAME QUBO on the SAME instances — this compares optimisers, not two different classifiers. Classical baseline is exhaustive enumeration (the true optimum) plus the greedy value-per-capital rule, not a strawman.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result is trustworthy precisely because it did not come out the way we wanted.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ELSE WILL HAVE 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depth ranking does not survive its own noise floor</a:t>
            </a:r>
            <a:endParaRPr lang="en-US" sz="3000" dirty="0"/>
          </a:p>
        </p:txBody>
      </p:sp>
      <p:pic>
        <p:nvPicPr>
          <p:cNvPr id="4" name="Image 0" descr="C:\Users\tanis\quantum\artifacts\figures\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5943600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627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nearly published noise.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0299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benchmark used one QAOA seed per cell and ranked p=2 clearly best. Re-running the same code with different transpilation ranked p=2 clearly worst. Same instances, same solver.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3017520"/>
            <a:ext cx="2286000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22592" y="314553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373075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WITHIN one cell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017520"/>
            <a:ext cx="2286000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91472" y="314553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0.0036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491472" y="373075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depths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4315968"/>
            <a:ext cx="475488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77456" y="44988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stopped naming a best depth.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77456" y="482803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Within-cell noise exceeds the between-depth differences, so no depth is meaningfully best at this scale. The benchmark now runs 3 QAOA seeds per (instance, depth) — 24 runs per depth instead of 8.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MEASURED, AND CANNOT SAY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this survive on real hardware?</a:t>
            </a:r>
            <a:endParaRPr lang="en-US" sz="3000" dirty="0"/>
          </a:p>
        </p:txBody>
      </p:sp>
      <p:pic>
        <p:nvPicPr>
          <p:cNvPr id="4" name="Image 0" descr="C:\Users\tanis\quantum\artifacts\figures\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5943600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6276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sweep cannot tell you -- and that is the finding.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176272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within one error level across seeds is several times larger than the spread between levels, so there is no degradation curve we are entitled to draw. Worse: our 3-seed pilot estimated ~8 seeds would settle it. At 12 seeds the scatter came out 2.5x larger than the pilot thought, and the requirement jumped to ~104. The power calculation was itself under-powered.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3520440"/>
            <a:ext cx="2286000" cy="1152144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22592" y="364845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42336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exceeds the trend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520440"/>
            <a:ext cx="228600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91472" y="364845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491472" y="42336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Seeds/level needed to resolve it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91472" y="4617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h of simulation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0" y="516636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77456" y="533095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report the sweep as inconclusive. Drawing a tidy curve through five noisy points would have looked better and been unsupported.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 end-to-end mapping, and an honest map of its limits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GBM on 1,000 real applicants. Logistic regression beats it — we report that.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45059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quantum module: QAOA on the portfolio QUBO. 14 qubits, simulator, no hardware queue.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47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the jury drives: budget and fairness sliders, live re-optimisation.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447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7490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A4 page, every number generated from measured CSVs. Nothing typed by hand.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9050">
            <a:solidFill>
              <a:srgbClr val="2A36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claim no quantum advantage at 14 qubits. We claim a mapping that is correct, a benchmark that is honest, and a measurement of exactly where the method stops being simulable.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Quantum-Assisted Loan-Portfolio Allocator</dc:title>
  <dc:subject>PptxGenJS Presentation</dc:subject>
  <dc:creator>Team ASTITWA</dc:creator>
  <cp:lastModifiedBy>Team ASTITWA</cp:lastModifiedBy>
  <cp:revision>1</cp:revision>
  <dcterms:created xsi:type="dcterms:W3CDTF">2026-08-29T11:23:26Z</dcterms:created>
  <dcterms:modified xsi:type="dcterms:W3CDTF">2026-08-29T11:23:26Z</dcterms:modified>
</cp:coreProperties>
</file>