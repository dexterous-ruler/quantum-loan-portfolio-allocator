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this because our first table showed noise making QAOA BETTER, which is impossible -- so the metric had to be wrong. Anyone reporting that their variational circuit shrugged off 2% gate error is probably reading the same statistic.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Guerreschi &amp; Matsuura (Sci. Rep. 9:6903, 2019) put the crossover at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METRIC THAT LIED TO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Best-of-2048-shots says yes. It is wrong.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readout returns the exact optimum even at 2% depolarizing error across 182 two-qubit gates — a regime where no coherent signal should survive. At 12 qubits a near-uniform distribution still lands on the optimum by chance within 2048 draws. That is an artifact of the statistic, not robustness of the algorithm.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2026-08-28T22:13:46Z</dcterms:created>
  <dcterms:modified xsi:type="dcterms:W3CDTF">2026-08-28T22:13:46Z</dcterms:modified>
</cp:coreProperties>
</file>