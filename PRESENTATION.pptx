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sentence: a bank has more creditworthy applicants than capital. Choosing which subset to fund under a fixed budget is a 0-1 knapsack -- NP-hard, natively binary, and exactly the shape QAOA was built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 'why quantum?' and answer before it is asked. Optimisation and chemistry have principled answers; quantum kernels on small tabular data mostly do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word 'series'. Judges notice architecture.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money shot. Toggle fairness live and let the numbers move. Flag that German Credit attribute 9 encodes marital status and sex jointly and its coding is disputed -- before a judge does.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loss. A fabricated quantum win does not survive the first follow-up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Anyone showing a single-seed depth ranking is reporting noise. We were, until we checked.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scope. The rubric rewards Feasibility and being well-scoped -- staying inside the boundary deliberately is the answer, not an apology.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25  ·  PORTFOLIO / RESOURCE ALLOCATION OPTIMIZER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488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Quantum-Assisted</a:t>
            </a:r>
            <a:endParaRPr lang="en-US" sz="46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Loan-Portfolio Allocator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23360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calibrated default-risk model sets the coefficients of a QUBO.  QAOA allocates a fixed capital budget across the loan book.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983480"/>
            <a:ext cx="2926080" cy="0"/>
          </a:xfrm>
          <a:prstGeom prst="line">
            <a:avLst/>
          </a:prstGeom>
          <a:noFill/>
          <a:ln w="31750">
            <a:solidFill>
              <a:srgbClr val="E883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5212080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  ·  Members  ·  29 August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A JUDGE ASKS FIRST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2237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quantum belongs here at all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858000" cy="1170432"/>
          </a:xfrm>
          <a:prstGeom prst="roundRect">
            <a:avLst>
              <a:gd name="adj" fmla="val 7031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911096"/>
            <a:ext cx="530352" cy="530352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68096" y="2002536"/>
            <a:ext cx="530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481328" y="1783080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0-1 knapsack, not curve fitting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2103120"/>
            <a:ext cx="576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which loans to fund under a capital budget is weakly NP-hard, natively binary, natively quadratic. Its ground state IS the answer.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971800"/>
            <a:ext cx="6858000" cy="1170432"/>
          </a:xfrm>
          <a:prstGeom prst="roundRect">
            <a:avLst>
              <a:gd name="adj" fmla="val 7031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8096" y="3282696"/>
            <a:ext cx="530352" cy="530352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68096" y="3374136"/>
            <a:ext cx="530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481328" y="3154680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Ising Hamiltonian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481328" y="3474720"/>
            <a:ext cx="576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qubits, 105 Pauli terms, transpiled depth 78, 182 two-qubit gates. We can point at a ZZ term and name the two applicants it couples.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6858000" cy="1170432"/>
          </a:xfrm>
          <a:prstGeom prst="roundRect">
            <a:avLst>
              <a:gd name="adj" fmla="val 7031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4654296"/>
            <a:ext cx="530352" cy="530352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68096" y="4745736"/>
            <a:ext cx="530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4526280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quantum kernel on PCA features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81328" y="4846320"/>
            <a:ext cx="576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14 tabular-classifier themes ask you to project data into Hilbert space and hope. Here the mapping is derived, not assumed.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772400" y="1600200"/>
            <a:ext cx="3840480" cy="3886200"/>
          </a:xfrm>
          <a:prstGeom prst="roundRect">
            <a:avLst>
              <a:gd name="adj" fmla="val 2143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10144" y="18288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scope we were given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010144" y="2240280"/>
            <a:ext cx="3383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qubit counts, simulator only.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quantum module, well-scoped.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stayed at 10-16 qubits and measured exactly where the method stops working.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claim no advantage at this scale. The crossover is hundreds of qubits.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2237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feeds the quantum module — in series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hybrid projects run the two halves in parallel: a classifier, then a quantum classifier doing the same job. Two demos bolted together. Remove our AI model and there is no optimisation problem left to solve.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048256" cy="1737360"/>
          </a:xfrm>
          <a:prstGeom prst="roundRect">
            <a:avLst>
              <a:gd name="adj" fmla="val 4737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94944" y="2450592"/>
            <a:ext cx="175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 Credit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94944" y="2816352"/>
            <a:ext cx="17556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real applicants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UCI Statlog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606040" y="297180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834640" y="2286000"/>
            <a:ext cx="2048256" cy="1737360"/>
          </a:xfrm>
          <a:prstGeom prst="roundRect">
            <a:avLst>
              <a:gd name="adj" fmla="val 4737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80944" y="2450592"/>
            <a:ext cx="175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GBM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2980944" y="2816352"/>
            <a:ext cx="17556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P(default) per applicant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0.777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297180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120640" y="2286000"/>
            <a:ext cx="2048256" cy="1737360"/>
          </a:xfrm>
          <a:prstGeom prst="roundRect">
            <a:avLst>
              <a:gd name="adj" fmla="val 4737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266944" y="2450592"/>
            <a:ext cx="175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value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266944" y="2816352"/>
            <a:ext cx="17556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 = P(repay)·interest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P(default)·LGD·principal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7178040" y="297180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7406640" y="2286000"/>
            <a:ext cx="2048256" cy="1737360"/>
          </a:xfrm>
          <a:prstGeom prst="roundRect">
            <a:avLst>
              <a:gd name="adj" fmla="val 4737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552944" y="2450592"/>
            <a:ext cx="175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QUBO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7552944" y="2816352"/>
            <a:ext cx="17556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Σ EV·x − λ·gap(x)²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s.t. Σ units·x ≤ budget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9464040" y="297180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9692640" y="2286000"/>
            <a:ext cx="2048256" cy="1737360"/>
          </a:xfrm>
          <a:prstGeom prst="roundRect">
            <a:avLst>
              <a:gd name="adj" fmla="val 4737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838944" y="2450592"/>
            <a:ext cx="175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QAOA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9838944" y="2816352"/>
            <a:ext cx="17556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Ising Hamiltonian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qubits, measured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11480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 —  the AI model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406640" y="411480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 —  the one module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4709160"/>
            <a:ext cx="11064240" cy="1234440"/>
          </a:xfrm>
          <a:prstGeom prst="roundRect">
            <a:avLst>
              <a:gd name="adj" fmla="val 6667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68096" y="486460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modelling choice that makes it work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68096" y="5175504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budget is an inequality, so the converter adds integer slack — 10 decision variables + 4 slack bits = 14 qubits. Discretising capital into coarse units is the single lever controlling qubit count. The fairness term is a squared penalty, so it costs ZERO extra qubits and is what makes the objective genuinely quadratic rather than a linear knapsack in a QUBO costume.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LIVE DEMO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2237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Fairness as a constraint, not a footnote</a:t>
            </a:r>
            <a:endParaRPr lang="en-US" sz="3000" dirty="0"/>
          </a:p>
        </p:txBody>
      </p:sp>
      <p:pic>
        <p:nvPicPr>
          <p:cNvPr id="4" name="Image 0" descr="C:\Users\tanis\quantum\artifacts\figures\fairn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5943600" cy="34564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0" y="160020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two sliders. That is the whole demo.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0" y="201168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budget → the funded loan book re-optimises live, qubit count updates with it.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 weight → approval-rate gap closes from −42% to −2.9%, and we can price it.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Parity enters as a squared penalty on the objective: zero extra qubits, and it couples applicants of opposite groups in the Hamiltonian.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858000" y="3840480"/>
            <a:ext cx="2286000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022592" y="3968496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−42% → −2.9%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022592" y="4553712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Approval-rate gap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9326880" y="3840480"/>
            <a:ext cx="2286000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491472" y="3968496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≈10%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9491472" y="4553712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profit, the price of parity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858000" y="5138928"/>
            <a:ext cx="4754880" cy="868680"/>
          </a:xfrm>
          <a:prstGeom prst="roundRect">
            <a:avLst>
              <a:gd name="adj" fmla="val 9474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077456" y="5303520"/>
            <a:ext cx="4343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 not claim the model is fair. We claim we can put parity in the objective and tell you what it costs in Deutschmarks.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 4  ·  QUANTUM VS CLASSICAL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2237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are reporting a negative result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2615184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70078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425×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2860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Slower than exact search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46704" y="1572768"/>
            <a:ext cx="2615184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11296" y="170078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0.9779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511296" y="22860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QAOA approx ratio (24 runs)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44768" y="1572768"/>
            <a:ext cx="2615184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09360" y="170078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0.9921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2860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Greedy heuristic — better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942832" y="1572768"/>
            <a:ext cx="2615184" cy="1463040"/>
          </a:xfrm>
          <a:prstGeom prst="roundRect">
            <a:avLst>
              <a:gd name="adj" fmla="val 5625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07424" y="170078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9107424" y="22860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exact optimum (QAOA p=3)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107424" y="26700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greedy 63%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154680"/>
            <a:ext cx="11064240" cy="1417320"/>
          </a:xfrm>
          <a:prstGeom prst="roundRect">
            <a:avLst>
              <a:gd name="adj" fmla="val 580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4672" y="3319272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QAOA is right more often, and wrong more expensively.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04672" y="3675888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reaches the exact optimum 79% of the time against the heuristic's 63%, but its worst run is 0.8096 against greedy's 0.9539. That tail drags the pooled mean below greedy. For a bank allocating real capital, the heuristic's predictability is worth more than the extra exact hits — the opposite of what a hit-rate-only table would have told you.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754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solver attacks the SAME QUBO on the SAME instances — this compares optimisers, not two different classifiers. Classical baseline is exhaustive enumeration (the true optimum) plus the greedy value-per-capital rule, not a strawman.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3492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result is trustworthy precisely because it did not come out the way we wanted.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NOBODY ELSE WILL HAVE MEASURED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2237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depth ranking does not survive its own noise floor</a:t>
            </a:r>
            <a:endParaRPr lang="en-US" sz="3000" dirty="0"/>
          </a:p>
        </p:txBody>
      </p:sp>
      <p:pic>
        <p:nvPicPr>
          <p:cNvPr id="4" name="Image 0" descr="C:\Users\tanis\quantum\artifacts\figures\qua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72768"/>
            <a:ext cx="5943600" cy="34564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0" y="162763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nearly published noise.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858000" y="2029968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first benchmark used one QAOA seed per cell and ranked p=2 clearly best. Re-running the same code with different transpilation ranked p=2 clearly worst. Same instances, same solver.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858000" y="3017520"/>
            <a:ext cx="2286000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022592" y="3145536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0.0236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7022592" y="3730752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WITHIN one cell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9326880" y="3017520"/>
            <a:ext cx="2286000" cy="1152144"/>
          </a:xfrm>
          <a:prstGeom prst="roundRect">
            <a:avLst>
              <a:gd name="adj" fmla="val 7143"/>
            </a:avLst>
          </a:prstGeom>
          <a:solidFill>
            <a:srgbClr val="F4F6FC"/>
          </a:solidFill>
          <a:ln w="12700">
            <a:solidFill>
              <a:srgbClr val="F4F6F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491472" y="3145536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0.0160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9491472" y="3730752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BETWEEN depths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858000" y="4315968"/>
            <a:ext cx="4754880" cy="1600200"/>
          </a:xfrm>
          <a:prstGeom prst="roundRect">
            <a:avLst>
              <a:gd name="adj" fmla="val 5143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077456" y="4498848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stopped naming a best depth.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077456" y="4828032"/>
            <a:ext cx="4343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Within-cell noise exceeds the between-depth differences, so no depth is meaningfully best at this scale. The benchmark now runs 3 QAOA seeds per (instance, depth) — 24 runs per depth instead of 8.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ACTUALLY BUILT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correct end-to-end mapping, and an honest map of its limits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488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50592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GBM on 1,000 real applicants. Logistic regression beats it — we report that.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21488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 2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217920" y="2450592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quantum module: QAOA on the portfolio QUBO. 14 qubits, simulator, no hardware queue.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4472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 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74904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demo the jury drives: budget and fairness sliders, live re-optimisation.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217920" y="34472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 4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374904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A4 page, every number generated from measured CSVs. Nothing typed by hand.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892040"/>
            <a:ext cx="11064240" cy="0"/>
          </a:xfrm>
          <a:prstGeom prst="line">
            <a:avLst/>
          </a:prstGeom>
          <a:noFill/>
          <a:ln w="19050">
            <a:solidFill>
              <a:srgbClr val="2A367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claim no quantum advantage at 14 qubits. We claim a mapping that is correct, a benchmark that is honest, and a measurement of exactly where the method stops being simulable.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Quantum-Assisted Loan-Portfolio Allocator</dc:title>
  <dc:subject>PptxGenJS Presentation</dc:subject>
  <dc:creator>Quantum AI Hackathon</dc:creator>
  <cp:lastModifiedBy>Quantum AI Hackathon</cp:lastModifiedBy>
  <cp:revision>1</cp:revision>
  <dcterms:created xsi:type="dcterms:W3CDTF">2026-08-28T08:12:57Z</dcterms:created>
  <dcterms:modified xsi:type="dcterms:W3CDTF">2026-08-28T08:12:57Z</dcterms:modified>
</cp:coreProperties>
</file>