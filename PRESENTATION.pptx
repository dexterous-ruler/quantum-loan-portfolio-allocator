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fairness live and let the numbers move. Flag that German Credit attribute 9 encodes marital status and sex jointly and its coding is disputed -- before a judge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found this because our first table showed noise making QAOA BETTER, which is impossible -- so the metric had to be wrong. Anyone reporting that their variational circuit shrugged off 2% gate error is probably reading the same statistic.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ASTITWA  ·  Tanishq Aryan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105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The crossover is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applicants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Statlog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applicant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0.777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as a constraint, not a footnote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−42% to −2.9%,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−42% → −2.9%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in Deutschmarks.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0.9779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p=3)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63%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79% of the time against the heuristic's 63%, but its worst run is 0.8096 against greedy's 0.9539.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0.0236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0.0160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METRIC THAT LIED TO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this survive on real hardware?</a:t>
            </a:r>
            <a:endParaRPr lang="en-US" sz="3000" dirty="0"/>
          </a:p>
        </p:txBody>
      </p:sp>
      <p:pic>
        <p:nvPicPr>
          <p:cNvPr id="4" name="Image 0" descr="C:\Users\tanis\quantum\artifacts\figures\no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Best-of-2048-shots says yes. It is wrong.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readout returns the exact optimum even at 2% depolarizing error across 182 two-qubit gates — a regime where no coherent signal should survive. At 12 qubits a near-uniform distribution still lands on the optimum by chance within 2048 draws. That is an artifact of the statistic, not robustness of the algorithm.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858000" y="352044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7×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exceeds the trend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520440"/>
            <a:ext cx="2286000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Seeds/level needed to resolve 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91472" y="461772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h of simulation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858000" y="5166360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77456" y="533095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report the sweep as inconclusive. Drawing a tidy curve through five noisy points would have looked better and been unsupported.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1,000 real applicants. Logistic regression beats it — we report that.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Team ASTITWA</dc:creator>
  <cp:lastModifiedBy>Team ASTITWA</cp:lastModifiedBy>
  <cp:revision>1</cp:revision>
  <dcterms:created xsi:type="dcterms:W3CDTF">2026-08-28T20:15:50Z</dcterms:created>
  <dcterms:modified xsi:type="dcterms:W3CDTF">2026-08-28T20:15:50Z</dcterms:modified>
</cp:coreProperties>
</file>